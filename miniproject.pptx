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7930" autoAdjust="0"/>
    <p:restoredTop sz="94660"/>
  </p:normalViewPr>
  <p:slideViewPr>
    <p:cSldViewPr>
      <p:cViewPr>
        <p:scale>
          <a:sx n="75" d="100"/>
          <a:sy n="75" d="100"/>
        </p:scale>
        <p:origin x="-748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6800" y="152400"/>
          <a:ext cx="7162800" cy="1506347"/>
        </p:xfrm>
        <a:graphic>
          <a:graphicData uri="http://schemas.openxmlformats.org/drawingml/2006/table">
            <a:tbl>
              <a:tblPr/>
              <a:tblGrid>
                <a:gridCol w="7162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0245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538135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||Jai Sri </a:t>
                      </a:r>
                      <a:r>
                        <a:rPr lang="en-US" sz="1400" b="1" dirty="0" err="1">
                          <a:solidFill>
                            <a:srgbClr val="538135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Gurudev</a:t>
                      </a:r>
                      <a:r>
                        <a:rPr lang="en-US" sz="1400" b="1" dirty="0">
                          <a:solidFill>
                            <a:srgbClr val="538135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||</a:t>
                      </a:r>
                      <a:endParaRPr lang="en-US" sz="1400" b="1" dirty="0">
                        <a:solidFill>
                          <a:srgbClr val="365F91"/>
                        </a:solidFill>
                        <a:latin typeface="Cambria"/>
                        <a:ea typeface="Times New Roman"/>
                        <a:cs typeface="Times New Roman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538135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BGSKH Education Trust (R.) – A unit of Sri </a:t>
                      </a:r>
                      <a:r>
                        <a:rPr lang="en-US" sz="1400" b="1" dirty="0" err="1">
                          <a:solidFill>
                            <a:srgbClr val="538135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AdichunchanagiriShikshanaTrust</a:t>
                      </a:r>
                      <a:r>
                        <a:rPr lang="en-US" sz="1400" b="1" dirty="0">
                          <a:solidFill>
                            <a:srgbClr val="538135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(R.)</a:t>
                      </a:r>
                      <a:endParaRPr lang="en-US" sz="1400" b="1" dirty="0">
                        <a:solidFill>
                          <a:srgbClr val="365F91"/>
                        </a:solidFill>
                        <a:latin typeface="Cambria"/>
                        <a:ea typeface="Times New Roman"/>
                        <a:cs typeface="Times New Roman"/>
                      </a:endParaRPr>
                    </a:p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833C0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BGS College of Engineering and Technology (BGSCET)</a:t>
                      </a:r>
                      <a:endParaRPr lang="en-US" sz="2400" b="1" kern="0" dirty="0">
                        <a:solidFill>
                          <a:srgbClr val="365F91"/>
                        </a:solidFill>
                        <a:latin typeface="Cambria"/>
                        <a:ea typeface="Times New Roman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b="1" kern="100" dirty="0" err="1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Mahalakshmipuram</a:t>
                      </a:r>
                      <a:r>
                        <a:rPr lang="en-IN" sz="1200" b="1" kern="100" dirty="0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, </a:t>
                      </a:r>
                      <a:r>
                        <a:rPr lang="en-IN" sz="1200" b="1" kern="1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West of Chord Road, Bengaluru-560086</a:t>
                      </a:r>
                      <a:endParaRPr lang="en-US" sz="1200" kern="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02850" marR="1028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600" y="152400"/>
            <a:ext cx="964687" cy="11620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924800" y="152400"/>
            <a:ext cx="990599" cy="11927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52600" y="1905000"/>
            <a:ext cx="556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Mini Project(BCG586)</a:t>
            </a:r>
          </a:p>
          <a:p>
            <a:pPr algn="ctr"/>
            <a:r>
              <a:rPr lang="en-US" dirty="0"/>
              <a:t>Presentation on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TITLE </a:t>
            </a:r>
            <a:r>
              <a:rPr lang="en-US" b="1" dirty="0" smtClean="0"/>
              <a:t>: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RSA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Decryption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078" y="3629562"/>
            <a:ext cx="84582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Team Members                                                                    Guide Name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</a:t>
            </a:r>
            <a:r>
              <a:rPr lang="en-IN" dirty="0"/>
              <a:t>Kiran </a:t>
            </a:r>
            <a:r>
              <a:rPr lang="en-IN" dirty="0" err="1"/>
              <a:t>kumar</a:t>
            </a:r>
            <a:r>
              <a:rPr lang="en-IN" dirty="0"/>
              <a:t> </a:t>
            </a:r>
            <a:r>
              <a:rPr lang="en-IN" dirty="0" smtClean="0"/>
              <a:t> N </a:t>
            </a:r>
            <a:r>
              <a:rPr lang="en-IN" dirty="0"/>
              <a:t>A (1MP22CG026) </a:t>
            </a:r>
            <a:r>
              <a:rPr lang="en-US" dirty="0" smtClean="0"/>
              <a:t>                                             </a:t>
            </a:r>
            <a:r>
              <a:rPr lang="en-IN" dirty="0"/>
              <a:t>Dr. </a:t>
            </a:r>
            <a:r>
              <a:rPr lang="en-IN" dirty="0" smtClean="0"/>
              <a:t> </a:t>
            </a:r>
            <a:r>
              <a:rPr lang="en-IN" dirty="0" err="1" smtClean="0"/>
              <a:t>Chandrakala</a:t>
            </a:r>
            <a:r>
              <a:rPr lang="en-IN" dirty="0" smtClean="0"/>
              <a:t> </a:t>
            </a:r>
            <a:r>
              <a:rPr lang="en-IN" dirty="0"/>
              <a:t>H.S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Santhosh S M (1MP22CG048)                                                       Associate professor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Tharun K L (1MP22CG057)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Jagadish </a:t>
            </a:r>
            <a:r>
              <a:rPr lang="en-IN" dirty="0" err="1"/>
              <a:t>kumar</a:t>
            </a:r>
            <a:r>
              <a:rPr lang="en-IN" dirty="0"/>
              <a:t> </a:t>
            </a:r>
            <a:r>
              <a:rPr lang="en-IN" dirty="0" smtClean="0"/>
              <a:t> N </a:t>
            </a:r>
            <a:r>
              <a:rPr lang="en-IN" dirty="0"/>
              <a:t>(</a:t>
            </a:r>
            <a:r>
              <a:rPr lang="en-IN" dirty="0" smtClean="0"/>
              <a:t>1MP23CG401)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b="1" dirty="0">
                <a:solidFill>
                  <a:srgbClr val="7030A0"/>
                </a:solidFill>
              </a:rPr>
              <a:t>Project Coordinator                                                                                  HOD</a:t>
            </a:r>
          </a:p>
          <a:p>
            <a:r>
              <a:rPr lang="en-US" dirty="0"/>
              <a:t>       Mrs. </a:t>
            </a:r>
            <a:r>
              <a:rPr lang="en-US" dirty="0" smtClean="0"/>
              <a:t> </a:t>
            </a:r>
            <a:r>
              <a:rPr lang="en-US" dirty="0" err="1" smtClean="0"/>
              <a:t>Sanjitha</a:t>
            </a:r>
            <a:r>
              <a:rPr lang="en-US" dirty="0" smtClean="0"/>
              <a:t>  S                                                                                        </a:t>
            </a:r>
            <a:r>
              <a:rPr lang="en-US" dirty="0"/>
              <a:t>Dr. </a:t>
            </a:r>
            <a:r>
              <a:rPr lang="en-US" dirty="0" smtClean="0"/>
              <a:t> </a:t>
            </a:r>
            <a:r>
              <a:rPr lang="en-US" dirty="0" err="1" smtClean="0"/>
              <a:t>Madhu</a:t>
            </a:r>
            <a:r>
              <a:rPr lang="en-US" dirty="0" smtClean="0"/>
              <a:t>  </a:t>
            </a:r>
            <a:r>
              <a:rPr lang="en-US" dirty="0" err="1" smtClean="0"/>
              <a:t>Patil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Objectives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Literature Survey/Research Gap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System Requirement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Proposed </a:t>
            </a:r>
            <a:r>
              <a:rPr lang="en-US" dirty="0" smtClean="0"/>
              <a:t>Methodology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Flow Diagram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Results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Future Scope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84238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Introduction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: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a plain text 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readable data into a coded format  to protect it from unauthorized access.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the data secure by hiding its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: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converting encrypted data  back into its original data.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requires a specific key, often a private  key, to unlock the binary data and reveal the original information.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20" y="-1"/>
            <a:ext cx="7467600" cy="244876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Objectives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604D67B7-2FEB-5E4D-6ECF-85C672BF3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5401" y="1340768"/>
            <a:ext cx="83058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privacy 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Protection Against Data</a:t>
            </a: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I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 </a:t>
            </a:r>
            <a:r>
              <a:rPr lang="en-I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Data Transmission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I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Privacy </a:t>
            </a: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lang="en-I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reliability </a:t>
            </a:r>
            <a:endParaRPr kumimoji="0" lang="en-I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I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0803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Literature Survey/Research Gap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BA07917B-C171-079B-A495-C521C321FB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1338" y="1013619"/>
            <a:ext cx="86106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 on encryption and decryption shows significant advances in algorithm efficiency and security.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 Data encryption Standard) algorithm is used in 1970s, with a 56-bit key length 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AES( Advanced encryption standard) is used to develop a symmetric key algorithm with key sizes of 128, 192, or 256 bits.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Emerging technologies, like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quantum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computing, present challenges in ensuring privacy</a:t>
            </a: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Blowfish is a symmetric key algorithm </a:t>
            </a:r>
            <a:r>
              <a:rPr kumimoji="0" lang="en-I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1990s, know for it’s speed and effectiveness in application like password hashing.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System Requirement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>
              <a:buNone/>
            </a:pPr>
            <a:r>
              <a:rPr lang="en-US" dirty="0"/>
              <a:t>Software Requirement:</a:t>
            </a:r>
          </a:p>
          <a:p>
            <a:r>
              <a:rPr lang="en-US" sz="2400" dirty="0"/>
              <a:t>Implementation of strong encryption/decryption algorithms (</a:t>
            </a:r>
            <a:r>
              <a:rPr lang="en-US" sz="2400" dirty="0" err="1" smtClean="0"/>
              <a:t>eg</a:t>
            </a:r>
            <a:r>
              <a:rPr lang="en-US" sz="2400" dirty="0" smtClean="0"/>
              <a:t> : RSA</a:t>
            </a:r>
            <a:r>
              <a:rPr lang="en-US" sz="2400" dirty="0"/>
              <a:t>)</a:t>
            </a:r>
            <a:r>
              <a:rPr lang="en-US" dirty="0"/>
              <a:t>.</a:t>
            </a:r>
          </a:p>
          <a:p>
            <a:r>
              <a:rPr lang="en-IN" sz="2400" dirty="0"/>
              <a:t>We use a software language in frontend like html, java script and </a:t>
            </a:r>
            <a:r>
              <a:rPr lang="en-IN" sz="2400" dirty="0" err="1" smtClean="0"/>
              <a:t>css</a:t>
            </a:r>
            <a:r>
              <a:rPr lang="en-IN" sz="2400" dirty="0" smtClean="0"/>
              <a:t> , And we use python and related libraries to backend.</a:t>
            </a:r>
            <a:endParaRPr lang="en-US" sz="2400" dirty="0"/>
          </a:p>
          <a:p>
            <a:pPr>
              <a:buNone/>
            </a:pPr>
            <a:r>
              <a:rPr lang="en-US" dirty="0"/>
              <a:t>Hardware Requirement: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128E3FD8-2F33-6DA4-17BF-3B2EF2CAA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4012852"/>
            <a:ext cx="739139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High-speed network infrastructure for secure data transmission.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 to support encryption operations, especially for large data sets.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b="1" dirty="0"/>
              <a:t>Algorithm Selection</a:t>
            </a:r>
            <a:r>
              <a:rPr lang="en-IN" sz="2400" dirty="0"/>
              <a:t>: Choose appropriate encryption algorithms based </a:t>
            </a:r>
            <a:r>
              <a:rPr lang="en-IN" sz="2400" dirty="0" smtClean="0"/>
              <a:t>on RSA </a:t>
            </a:r>
            <a:r>
              <a:rPr lang="en-IN" sz="2400" dirty="0"/>
              <a:t>(</a:t>
            </a:r>
            <a:r>
              <a:rPr lang="en-IN" sz="2400" dirty="0" err="1"/>
              <a:t>Rivest</a:t>
            </a:r>
            <a:r>
              <a:rPr lang="en-IN" sz="2400" dirty="0"/>
              <a:t>-Shamir-</a:t>
            </a:r>
            <a:r>
              <a:rPr lang="en-IN" sz="2400" dirty="0" err="1"/>
              <a:t>Adleman</a:t>
            </a:r>
            <a:r>
              <a:rPr lang="en-IN" sz="2400" dirty="0" smtClean="0"/>
              <a:t>)</a:t>
            </a:r>
            <a:r>
              <a:rPr lang="en-IN" dirty="0" smtClean="0"/>
              <a:t>.</a:t>
            </a:r>
          </a:p>
          <a:p>
            <a:pPr>
              <a:buNone/>
            </a:pPr>
            <a:endParaRPr lang="en-IN" dirty="0"/>
          </a:p>
          <a:p>
            <a:r>
              <a:rPr lang="en-US" sz="2400" b="1" dirty="0"/>
              <a:t>Key Management</a:t>
            </a:r>
            <a:r>
              <a:rPr lang="en-US" sz="2400" dirty="0"/>
              <a:t>: Implement a secure key management system to generate and store encryption keys safely</a:t>
            </a:r>
            <a:r>
              <a:rPr lang="en-US" sz="2400" dirty="0" smtClean="0"/>
              <a:t>.</a:t>
            </a:r>
          </a:p>
          <a:p>
            <a:pPr>
              <a:buNone/>
            </a:pPr>
            <a:r>
              <a:rPr lang="en-US" sz="2400" dirty="0" smtClean="0"/>
              <a:t> </a:t>
            </a:r>
            <a:endParaRPr lang="en-US" sz="2400" dirty="0"/>
          </a:p>
          <a:p>
            <a:r>
              <a:rPr lang="en-US" sz="2400" b="1" dirty="0"/>
              <a:t>Data Encryption</a:t>
            </a:r>
            <a:r>
              <a:rPr lang="en-US" sz="2400" dirty="0"/>
              <a:t>: Apply the chosen encryption algorithm to convert plaintext into </a:t>
            </a:r>
            <a:r>
              <a:rPr lang="en-US" sz="2400" dirty="0" err="1"/>
              <a:t>ciphertext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/>
              <a:t>Data Decryption</a:t>
            </a:r>
            <a:r>
              <a:rPr lang="en-US" sz="2400" dirty="0"/>
              <a:t>: </a:t>
            </a:r>
            <a:r>
              <a:rPr lang="en-US" sz="2400" dirty="0" smtClean="0"/>
              <a:t>The process of converting encrypted data back into its original, readable form.</a:t>
            </a:r>
            <a:endParaRPr lang="en-US" sz="2400" dirty="0"/>
          </a:p>
          <a:p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285992"/>
            <a:ext cx="6446184" cy="29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285852" y="1214422"/>
            <a:ext cx="3046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Flow Diagram :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428736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decryption algorithms balance security and performance ,RSA ensuring secure key exchange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length affects both security and efficiency.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key management, scalability, and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valuenerabilities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while future advancements focus on quantum-resistant encryption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FA89277-A0AB-1836-60C5-F0FAEC2D2F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29256" y="4786322"/>
            <a:ext cx="3714744" cy="20716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Quantum-Resistant Algorithms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for IoT and Big Data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Security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Homomorphic Encryption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2514600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</TotalTime>
  <Words>494</Words>
  <Application>Microsoft Office PowerPoint</Application>
  <PresentationFormat>On-screen Show (4:3)</PresentationFormat>
  <Paragraphs>92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Contents</vt:lpstr>
      <vt:lpstr>Introduction </vt:lpstr>
      <vt:lpstr>Objectives </vt:lpstr>
      <vt:lpstr>Literature Survey/Research Gap </vt:lpstr>
      <vt:lpstr>System Requirement </vt:lpstr>
      <vt:lpstr>Proposed Methodology</vt:lpstr>
      <vt:lpstr>Slide 8</vt:lpstr>
      <vt:lpstr>Results and Discussion</vt:lpstr>
      <vt:lpstr>Future Scope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Tharun K L</dc:creator>
  <cp:lastModifiedBy>dell</cp:lastModifiedBy>
  <cp:revision>29</cp:revision>
  <dcterms:created xsi:type="dcterms:W3CDTF">2024-11-10T09:41:30Z</dcterms:created>
  <dcterms:modified xsi:type="dcterms:W3CDTF">2024-12-04T10:35:12Z</dcterms:modified>
</cp:coreProperties>
</file>